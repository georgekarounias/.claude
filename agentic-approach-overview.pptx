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r>
              <a:t>Open by framing this as a governed delivery model, not a novelty multi-agent demo.</a:t>
            </a:r>
          </a:p>
          <a:p>
            <a:r>
              <a:t>Explain that the deck is grounded in the current repo configuration rather than generic AI workflow theory.</a:t>
            </a:r>
          </a:p>
          <a:p>
            <a:r>
              <a:t>Set the expectation that the real value comes from control points, specialist boundaries, and durable artifacts.</a:t>
            </a:r>
          </a:p>
          <a:p>
            <a:r>
              <a:t>Use the four summary cards to preview the talk: what it is, how it works, why it matters, and what to remember.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r>
              <a:t>Describe the specific failure modes this workflow is designed to reduce.</a:t>
            </a:r>
          </a:p>
          <a:p>
            <a:r>
              <a:t>Emphasize that the system is solving for ambiguity, context loss, and inconsistent validation.</a:t>
            </a:r>
          </a:p>
          <a:p>
            <a:r>
              <a:t>Point out that the fix is not more agents by itself; it is putting the right gates before and after implementation.</a:t>
            </a:r>
          </a:p>
          <a:p>
            <a:r>
              <a:t>Use this slide to justify why a single long prompt is often the wrong control model for non-trivial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r>
              <a:t>Walk the audience across the stages as a control flow, not a rigid assembly line.</a:t>
            </a:r>
          </a:p>
          <a:p>
            <a:r>
              <a:t>Call out that intake and routing are there to prevent downstream waste, not to slow work down.</a:t>
            </a:r>
          </a:p>
          <a:p>
            <a:r>
              <a:t>Stress the conditional design step: architecture and schema specialists only appear when the task has unresolved design risk.</a:t>
            </a:r>
          </a:p>
          <a:p>
            <a:r>
              <a:t>Close by noting that validation and persistent evidence are first-class stages rather than optional cleanup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r>
              <a:t>Use this slide to explain why explicit role boundaries improve execution quality.</a:t>
            </a:r>
          </a:p>
          <a:p>
            <a:r>
              <a:t>Point out that orchestration, design, implementation, quality, and knowledge management are separated on purpose.</a:t>
            </a:r>
          </a:p>
          <a:p>
            <a:r>
              <a:t>Mention that read-only reviewers and dedicated testers reduce self-review bias and create cleaner validation gates.</a:t>
            </a:r>
          </a:p>
          <a:p>
            <a:r>
              <a:t>Highlight that stack-aware naming lowers the routing cost before any implementation work begins.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r>
              <a:t>Explain that the repo has both a memory layer and a standards layer.</a:t>
            </a:r>
          </a:p>
          <a:p>
            <a:r>
              <a:t>The markdown artifacts hold task state so the next agent does not need to reconstruct intent from chat history.</a:t>
            </a:r>
          </a:p>
          <a:p>
            <a:r>
              <a:t>The skill directories hold reusable best practices so specialists can stay focused without losing consistency.</a:t>
            </a:r>
          </a:p>
          <a:p>
            <a:r>
              <a:t>This combination is what makes the workflow resumable, auditable, and repeatable across sessions.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r>
              <a:t>Use the export-flow example to show how the system spends coordination only where it pays back.</a:t>
            </a:r>
          </a:p>
          <a:p>
            <a:r>
              <a:t>Start with the intake gate and explain that the request can still be stopped, clarified, or split before expensive execution starts.</a:t>
            </a:r>
          </a:p>
          <a:p>
            <a:r>
              <a:t>Show that architecture is optional rather than automatic, which keeps the workflow lean when the change is already well understood.</a:t>
            </a:r>
          </a:p>
          <a:p>
            <a:r>
              <a:t>Finish on the end-state: separate quality checks plus durable artifacts make the output easier to trust and resume.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r>
              <a:t>Anchor the value discussion in concrete operational outcomes.</a:t>
            </a:r>
          </a:p>
          <a:p>
            <a:r>
              <a:t>Less wasted spend comes from stopping fuzzy work before it becomes a long multi-agent sequence.</a:t>
            </a:r>
          </a:p>
          <a:p>
            <a:r>
              <a:t>Clearer handoffs and reusable expertise reduce rediscovery and make specialist work more predictable.</a:t>
            </a:r>
          </a:p>
          <a:p>
            <a:r>
              <a:t>Be explicit that this value is most visible on cross-stack or high-confidence work rather than tiny one-off edits.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r>
              <a:t>Use this comparison to prevent over-selling the model.</a:t>
            </a:r>
          </a:p>
          <a:p>
            <a:r>
              <a:t>Acknowledge that a single general agent is still the right tool for very small requests or quick answers.</a:t>
            </a:r>
          </a:p>
          <a:p>
            <a:r>
              <a:t>Position this workflow as an operating model for ambiguity, validation, and resumability rather than a universal default.</a:t>
            </a:r>
          </a:p>
          <a:p>
            <a:r>
              <a:t>That honesty makes the ROI argument stronger because it is tied to task shape instead of hype.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r>
              <a:t>Close by summarizing the model in plain business language.</a:t>
            </a:r>
          </a:p>
          <a:p>
            <a:r>
              <a:t>The workflow turns AI execution from a long chat into a governed delivery system with clear stages and durable evidence.</a:t>
            </a:r>
          </a:p>
          <a:p>
            <a:r>
              <a:t>Reinforce the discipline point: do not force a large chain onto tiny work that does not need it.</a:t>
            </a:r>
          </a:p>
          <a:p>
            <a:r>
              <a:t>If the audience is evaluating adoption, suggest starting with cross-stack or high-risk tasks where the control benefits are easiest to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384048"/>
            <a:ext cx="196596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46920" y="402336"/>
            <a:ext cx="19659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.claude agentic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502920"/>
            <a:ext cx="2148840" cy="365760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21208"/>
            <a:ext cx="214884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>
                <a:solidFill>
                  <a:srgbClr val="0F766E"/>
                </a:solidFill>
                <a:latin typeface="Aptos"/>
              </a:rPr>
              <a:t>AGENTIC DELIVERY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43000"/>
            <a:ext cx="7955279" cy="12801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How this .claude workflow operates and where the value actually comes from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713232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Aptos"/>
              </a:rPr>
              <a:t>This deck is based on the current agent set, specialist skills, and durable handoff artifacts in the workspace as of 2026-06-20.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977639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4105655"/>
            <a:ext cx="241401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ptos Display"/>
              </a:rPr>
              <a:t>What it 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4544568"/>
            <a:ext cx="2414016" cy="7040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A routed multi-agent workflow with specialist roles instead of one broad prompt.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47872" y="3977639"/>
            <a:ext cx="2743200" cy="1417320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12463" y="4105655"/>
            <a:ext cx="241401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Aptos Display"/>
              </a:rPr>
              <a:t>How it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2463" y="4544568"/>
            <a:ext cx="2414016" cy="7040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Intake, routing, optional design, targeted execution, then independent validation.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01384" y="3977639"/>
            <a:ext cx="2651760" cy="1417320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65976" y="4105655"/>
            <a:ext cx="232257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D97706"/>
                </a:solidFill>
                <a:latin typeface="Aptos Display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5976" y="4544568"/>
            <a:ext cx="2322576" cy="7040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It reduces wasted work, routing ambiguity, and context loss on non-trivial tasks.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54312" y="3977639"/>
            <a:ext cx="2240280" cy="1417320"/>
          </a:xfrm>
          <a:prstGeom prst="roundRect">
            <a:avLst/>
          </a:prstGeom>
          <a:solidFill>
            <a:srgbClr val="FBCFE8"/>
          </a:solidFill>
          <a:ln>
            <a:solidFill>
              <a:srgbClr val="FB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18904" y="4105655"/>
            <a:ext cx="191109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BE185D"/>
                </a:solidFill>
                <a:latin typeface="Aptos Display"/>
              </a:rPr>
              <a:t>What to remember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18904" y="4544568"/>
            <a:ext cx="1911096" cy="7040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The value is controlled specialization with durable evidence, not agent count by itself.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19088"/>
            <a:ext cx="113385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Source surfaces: agents/task-router.md, agents/feature-intake-reviewer.md, skills/agent-handoff-evidence-best-practices/SKILL.md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384048"/>
            <a:ext cx="1965960" cy="347472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46920" y="402336"/>
            <a:ext cx="19659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.claude agentic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411480"/>
            <a:ext cx="1554480" cy="36576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29768"/>
            <a:ext cx="155448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WHY THIS EXISTS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694944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The model is solving concrete execution failure modes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481328"/>
            <a:ext cx="76809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Aptos"/>
              </a:rPr>
              <a:t>The repo is not using agents just to fan out work. It is adding gates and durable state where single-threaded chat usually breaks down.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65960"/>
            <a:ext cx="539496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093976"/>
            <a:ext cx="506577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ptos Display"/>
              </a:rPr>
              <a:t>Failure modes without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532888"/>
            <a:ext cx="5065776" cy="326440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- vague requests go straight into implementation</a:t>
            </a:r>
          </a:p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- one agent makes design, coding, testing, and review calls at the same time</a:t>
            </a:r>
          </a:p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- context is trapped in chat history instead of preserved as artifacts</a:t>
            </a:r>
          </a:p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- quality checks become optional when time is tight</a:t>
            </a:r>
          </a:p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- cross-stack work creates routing churn before real work even starts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965960"/>
            <a:ext cx="5394960" cy="3977639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2093976"/>
            <a:ext cx="506577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Aptos Display"/>
              </a:rPr>
              <a:t>Repo design choices that address them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2532888"/>
            <a:ext cx="5065776" cy="326440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- feature-intake-reviewer adds a scope, cost-band, and approval gate</a:t>
            </a:r>
          </a:p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- task-router chooses the shortest valid specialist chain</a:t>
            </a:r>
          </a:p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- architect and schema agents are only introduced when uncertainty is real</a:t>
            </a:r>
          </a:p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- testers and reviewers are separate specialist roles</a:t>
            </a:r>
          </a:p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- handoff and evidence files preserve decisions and validation outside the chat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19088"/>
            <a:ext cx="113385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The operating model trades a small amount of upfront structure for better control on multi-step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384048"/>
            <a:ext cx="196596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46920" y="402336"/>
            <a:ext cx="19659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.claude agentic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438912"/>
            <a:ext cx="1417320" cy="365760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457200"/>
            <a:ext cx="141732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>
                <a:solidFill>
                  <a:srgbClr val="0F766E"/>
                </a:solidFill>
                <a:latin typeface="Aptos"/>
              </a:rPr>
              <a:t>HOW IT 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768096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 Display"/>
              </a:rPr>
              <a:t>The workflow uses targeted stages, not a single long-running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8288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048256"/>
            <a:ext cx="149961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0D9488"/>
                </a:solidFill>
                <a:latin typeface="Aptos Display"/>
              </a:rPr>
              <a:t>1. Intake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487168"/>
            <a:ext cx="1499616" cy="2487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Clarify scope, risk, cost band, and whether approval is required.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50592" y="1920240"/>
            <a:ext cx="18288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15184" y="2048256"/>
            <a:ext cx="149961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0EA5E9"/>
                </a:solidFill>
                <a:latin typeface="Aptos Display"/>
              </a:rPr>
              <a:t>2. Route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2487168"/>
            <a:ext cx="1499616" cy="2487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Pick the minimum specialist sequence that can complete the task safely.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544" y="1920240"/>
            <a:ext cx="18288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48256"/>
            <a:ext cx="149961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D97706"/>
                </a:solidFill>
                <a:latin typeface="Aptos Display"/>
              </a:rPr>
              <a:t>3. Design if needed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487168"/>
            <a:ext cx="1499616" cy="2487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Use architecture or schema specialists only when the shape of the change is unresolved.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1920240"/>
            <a:ext cx="18288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2048256"/>
            <a:ext cx="149961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6366F1"/>
                </a:solidFill>
                <a:latin typeface="Aptos Display"/>
              </a:rPr>
              <a:t>4. 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487168"/>
            <a:ext cx="1499616" cy="2487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Hand implementation to the backend, frontend, refactor, or wiki specialist.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6448" y="1920240"/>
            <a:ext cx="18288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048256"/>
            <a:ext cx="149961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BE185D"/>
                </a:solidFill>
                <a:latin typeface="Aptos Display"/>
              </a:rPr>
              <a:t>5. Validate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487168"/>
            <a:ext cx="1499616" cy="2487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Run dedicated testers and read-only reviewers as a quality gate.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1920240"/>
            <a:ext cx="18288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2992" y="2048256"/>
            <a:ext cx="149961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22C55E"/>
                </a:solidFill>
                <a:latin typeface="Aptos Display"/>
              </a:rPr>
              <a:t>6. Persist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22992" y="2487168"/>
            <a:ext cx="1499616" cy="2487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Capture routing, handoff, review, and test results so the next agent does not start cold.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532120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0">
                <a:solidFill>
                  <a:srgbClr val="E2E8F0"/>
                </a:solidFill>
                <a:latin typeface="Aptos"/>
              </a:rPr>
              <a:t>The key principle is conditional depth: the workflow expands only when the task actually needs more planning, schema work, testing, or review.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19088"/>
            <a:ext cx="113385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This is why the router explicitly keeps the chain as short as possible while still honoring intake, planning, schema, and validation needs.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384048"/>
            <a:ext cx="1965960" cy="347472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46920" y="402336"/>
            <a:ext cx="19659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.claude agentic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411480"/>
            <a:ext cx="1463040" cy="36576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29768"/>
            <a:ext cx="146304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AGENT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685800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Current role map: 13 agents with explicit boundaries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621792"/>
            <a:ext cx="10972800" cy="804672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768096"/>
            <a:ext cx="1874519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Aptos Display"/>
              </a:rPr>
              <a:t>Orchestration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758952"/>
            <a:ext cx="83667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0F766E"/>
                </a:solidFill>
                <a:latin typeface="Aptos"/>
              </a:rPr>
              <a:t>feature-intake-reviewer | task-router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664208"/>
            <a:ext cx="10972800" cy="804672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810512"/>
            <a:ext cx="1874519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D97706"/>
                </a:solidFill>
                <a:latin typeface="Aptos Display"/>
              </a:rPr>
              <a:t>Design and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801368"/>
            <a:ext cx="83667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react-dotnet-solution-architect | dotnet-efcore-schema-designer | dotnet-efcore-migrations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706624"/>
            <a:ext cx="109728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852928"/>
            <a:ext cx="1874519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 Display"/>
              </a:rPr>
              <a:t>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843784"/>
            <a:ext cx="83667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dotnet-backend-developer | react-frontend-developer | react-dotnet-refactor-specialist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749039"/>
            <a:ext cx="10972800" cy="804672"/>
          </a:xfrm>
          <a:prstGeom prst="roundRect">
            <a:avLst/>
          </a:prstGeom>
          <a:solidFill>
            <a:srgbClr val="FBCFE8"/>
          </a:solidFill>
          <a:ln>
            <a:solidFill>
              <a:srgbClr val="FB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895344"/>
            <a:ext cx="1874519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BE185D"/>
                </a:solidFill>
                <a:latin typeface="Aptos Display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886200"/>
            <a:ext cx="83667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dotnet-backend-unit-tester | react-frontend-unit-tester | dotnet-backend-code-reviewer | react-frontend-code-reviewer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91456"/>
            <a:ext cx="10972800" cy="804672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937760"/>
            <a:ext cx="1874519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Aptos Display"/>
              </a:rPr>
              <a:t>Knowledge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928616"/>
            <a:ext cx="83667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llm-wiki-builder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5897880"/>
            <a:ext cx="109728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The naming scheme matters. Stack-specific prefixes reduce routing ambiguity and make it obvious when a task belongs to React, .NET, EF Core, refactor, quality, or wiki work.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419088"/>
            <a:ext cx="113385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Reviewers are intentionally read-only. Testers are distinct from implementation roles. Those boundaries are part of the value, not incidental details.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384048"/>
            <a:ext cx="1965960" cy="347472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46920" y="402336"/>
            <a:ext cx="19659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.claude agentic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411480"/>
            <a:ext cx="1828800" cy="36576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29768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MEMORY AND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13232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Durable artifacts keep the workflow from depending on chat memory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83080"/>
            <a:ext cx="54864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911095"/>
            <a:ext cx="515721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ptos Display"/>
              </a:rPr>
              <a:t>Artifact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350008"/>
            <a:ext cx="5157216" cy="3813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- feature-intake.md freezes scope, assumptions, cost band, and approval state</a:t>
            </a:r>
          </a:p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- task-routing.md records the ordered agent chain and its gates</a:t>
            </a:r>
          </a:p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- architecture-plan.md preserves decisions that should not be rediscovered later</a:t>
            </a:r>
          </a:p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- task-handoff.md gives the next agent a current execution snapshot</a:t>
            </a:r>
          </a:p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- review-findings.md and test-report.md make quality evidence durable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783080"/>
            <a:ext cx="5394960" cy="4526280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911095"/>
            <a:ext cx="506577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Aptos Display"/>
              </a:rPr>
              <a:t>Skill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350008"/>
            <a:ext cx="5065776" cy="3813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- 16 skill directories centralize standards instead of duplicating them in every agent</a:t>
            </a:r>
          </a:p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- examples include React component guidance, state management, TypeScript standards, .NET architecture, EF Core migration safety, and Web API security</a:t>
            </a:r>
          </a:p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- the result is repeatability: specialists can stay focused while still applying shared best practices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19088"/>
            <a:ext cx="113385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Artifacts preserve task state. Skills preserve domain standards. Together they keep handoffs cheap and consistent.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384048"/>
            <a:ext cx="196596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46920" y="402336"/>
            <a:ext cx="19659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.claude agentic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438912"/>
            <a:ext cx="1691640" cy="365760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457200"/>
            <a:ext cx="169164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>
                <a:solidFill>
                  <a:srgbClr val="0F766E"/>
                </a:solidFill>
                <a:latin typeface="Aptos"/>
              </a:rPr>
              <a:t>EXAMPLE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7498079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 Display"/>
              </a:rPr>
              <a:t>How a cross-stack feature moves through the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44752"/>
            <a:ext cx="93268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Aptos"/>
              </a:rPr>
              <a:t>Example request: Add a new export flow across the API and UI, but only if the scope is small enough to justify the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11680"/>
            <a:ext cx="1828800" cy="1463040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139696"/>
            <a:ext cx="149961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Aptos Display"/>
              </a:rPr>
              <a:t>Intake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578608"/>
            <a:ext cx="1499616" cy="7498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Clarify scope.</a:t>
            </a:r>
          </a:p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Estimate cost band.</a:t>
            </a:r>
          </a:p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Ask for approval if needed.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2011680"/>
            <a:ext cx="18288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24912" y="2139696"/>
            <a:ext cx="149961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ptos Display"/>
              </a:rPr>
              <a:t>Routing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912" y="2578608"/>
            <a:ext cx="1499616" cy="7498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Choose the smallest chain.</a:t>
            </a:r>
          </a:p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Skip architecture if the change is obvious.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2011680"/>
            <a:ext cx="1828800" cy="1463040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0872" y="2139696"/>
            <a:ext cx="149961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D97706"/>
                </a:solidFill>
                <a:latin typeface="Aptos Display"/>
              </a:rPr>
              <a:t>Optional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2578608"/>
            <a:ext cx="1499616" cy="7498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Use architect or schema roles only when contracts or data are unsettled.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2011680"/>
            <a:ext cx="18288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1" y="2139696"/>
            <a:ext cx="149961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ptos Display"/>
              </a:rPr>
              <a:t>Implementation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6831" y="2578608"/>
            <a:ext cx="1499616" cy="7498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Backend and frontend specialists build the approved slice.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58200" y="2011680"/>
            <a:ext cx="1783080" cy="1463040"/>
          </a:xfrm>
          <a:prstGeom prst="roundRect">
            <a:avLst/>
          </a:prstGeom>
          <a:solidFill>
            <a:srgbClr val="FBCFE8"/>
          </a:solidFill>
          <a:ln>
            <a:solidFill>
              <a:srgbClr val="FB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22792" y="2139696"/>
            <a:ext cx="1453895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BE185D"/>
                </a:solidFill>
                <a:latin typeface="Aptos Display"/>
              </a:rPr>
              <a:t>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22792" y="2578608"/>
            <a:ext cx="1453895" cy="7498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Dedicated test and review steps verify the result.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78440" y="2011680"/>
            <a:ext cx="1234440" cy="146304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43032" y="2139696"/>
            <a:ext cx="90525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1E293B"/>
                </a:solidFill>
                <a:latin typeface="Aptos Display"/>
              </a:rPr>
              <a:t>Artifacts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43032" y="2578608"/>
            <a:ext cx="905256" cy="7498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Persist handoff and evidence.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160520"/>
            <a:ext cx="35661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1" y="4288536"/>
            <a:ext cx="323697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Aptos Display"/>
              </a:rPr>
              <a:t>Value created at the front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" y="4727448"/>
            <a:ext cx="3236976" cy="56692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The intake gate prevents an expensive chain from starting on a fuzzy request.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15968" y="4160520"/>
            <a:ext cx="3566160" cy="1280160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59" y="4288536"/>
            <a:ext cx="323697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D97706"/>
                </a:solidFill>
                <a:latin typeface="Aptos Display"/>
              </a:rPr>
              <a:t>Value created in the middle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59" y="4727448"/>
            <a:ext cx="3236976" cy="56692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Conditional routing adds design depth only when the change genuinely needs it.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91856" y="4160520"/>
            <a:ext cx="3566160" cy="1280160"/>
          </a:xfrm>
          <a:prstGeom prst="roundRect">
            <a:avLst/>
          </a:prstGeom>
          <a:solidFill>
            <a:srgbClr val="FBCFE8"/>
          </a:solidFill>
          <a:ln>
            <a:solidFill>
              <a:srgbClr val="FB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56448" y="4288536"/>
            <a:ext cx="323697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BE185D"/>
                </a:solidFill>
                <a:latin typeface="Aptos Display"/>
              </a:rPr>
              <a:t>Value created at the 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56448" y="4727448"/>
            <a:ext cx="3236976" cy="56692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Testing, review, and artifacts make the result easier to trust, resume, and audit.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19088"/>
            <a:ext cx="113385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This is the practical meaning of the model: early gating, conditional specialization, and durable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384048"/>
            <a:ext cx="1965960" cy="347472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46920" y="402336"/>
            <a:ext cx="19659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.claude agentic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411480"/>
            <a:ext cx="1737360" cy="36576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29768"/>
            <a:ext cx="173736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ACTUAL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694944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Where the value really comes from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83080"/>
            <a:ext cx="3154680" cy="1554480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911095"/>
            <a:ext cx="282549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Aptos Display"/>
              </a:rPr>
              <a:t>Less wasted spend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350008"/>
            <a:ext cx="2825496" cy="84124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Intake and routing prevent long execution chains from starting on unclear requests.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95928" y="1783080"/>
            <a:ext cx="31546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1911095"/>
            <a:ext cx="282549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ptos Display"/>
              </a:rPr>
              <a:t>Better specialist 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350008"/>
            <a:ext cx="2825496" cy="84124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Agent boundaries map to real concerns: frontend, backend, schema, refactor, quality, and wiki 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97496" y="1783080"/>
            <a:ext cx="3154680" cy="1554480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62088" y="1911095"/>
            <a:ext cx="282549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D97706"/>
                </a:solidFill>
                <a:latin typeface="Aptos Display"/>
              </a:rPr>
              <a:t>Clearer handoffs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62088" y="2350008"/>
            <a:ext cx="2825496" cy="84124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Artifacts replace brittle chat-only memory, so the next agent can continue without reconstruction.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794760"/>
            <a:ext cx="31546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3922776"/>
            <a:ext cx="282549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ptos Display"/>
              </a:rPr>
              <a:t>Stronger quality gates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361688"/>
            <a:ext cx="2825496" cy="84124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Testers and read-only reviewers are distinct roles, which reduces self-review bias.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95928" y="3794760"/>
            <a:ext cx="3154680" cy="1554480"/>
          </a:xfrm>
          <a:prstGeom prst="roundRect">
            <a:avLst/>
          </a:prstGeom>
          <a:solidFill>
            <a:srgbClr val="FBCFE8"/>
          </a:solidFill>
          <a:ln>
            <a:solidFill>
              <a:srgbClr val="FB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0520" y="3922776"/>
            <a:ext cx="282549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BE185D"/>
                </a:solidFill>
                <a:latin typeface="Aptos Display"/>
              </a:rPr>
              <a:t>Reusable expertise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4361688"/>
            <a:ext cx="2825496" cy="84124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Skills centralize standards once and let multiple specialists apply them consistently.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97496" y="3794760"/>
            <a:ext cx="3154680" cy="155448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3922776"/>
            <a:ext cx="282549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1E293B"/>
                </a:solidFill>
                <a:latin typeface="Aptos Display"/>
              </a:rPr>
              <a:t>Lower routing ambiguity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62088" y="4361688"/>
            <a:ext cx="2825496" cy="84124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Stack-aware naming makes it obvious whether work belongs to React, .NET, EF Core, refactor, or wiki lanes.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19088"/>
            <a:ext cx="113385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Important nuance: this value shows up on non-trivial work. For truly tiny one-step tasks, a long chain would just add overhead.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384048"/>
            <a:ext cx="1965960" cy="347472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46920" y="402336"/>
            <a:ext cx="19659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.claude agentic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411480"/>
            <a:ext cx="1965960" cy="36576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29768"/>
            <a:ext cx="196596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ECONOMICS AND TRADEOFFS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40664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Why this is better than one broad agent on complex work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69164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60520"/>
                <a:gridCol w="4526280"/>
              </a:tblGrid>
              <a:tr h="627017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Decision area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Single general agent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This agentic model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Aptos"/>
                        </a:rPr>
                        <a:t>Best 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Trivial one-off edits or quick answers.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Multi-step work where routing, validation, or persistence matter.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Aptos"/>
                        </a:rPr>
                        <a:t>Upfront overhead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Very low.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Higher, but deliberate and usually limited to intake and routing.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Aptos"/>
                        </a:rPr>
                        <a:t>Handling ambiguity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Often resolves ambiguity by making assumptions in-flight.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Pulls ambiguity forward through intake, planning, and explicit approval.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Aptos"/>
                        </a:rPr>
                        <a:t>Specialization depth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Generic unless the prompt is very detailed.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Explicitly aligned to frontend, backend, schema, refactor, review, test, and wiki concerns.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Aptos"/>
                        </a:rPr>
                        <a:t>Quality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Validation is easy to skip or merge into implementation.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Dedicated tester and reviewer roles make quality a formal gate.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Aptos"/>
                        </a:rPr>
                        <a:t>Resumability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Context stays in chat and is easy to lose.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Artifacts make the task resumable and auditable across agents and sessions.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6419088"/>
            <a:ext cx="113385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The design goal is not to maximize agents. It is to spend coordination only where coordination pays back.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384048"/>
            <a:ext cx="196596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46920" y="402336"/>
            <a:ext cx="19659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.claude agentic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438912"/>
            <a:ext cx="1508760" cy="365760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457200"/>
            <a:ext cx="150876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>
                <a:solidFill>
                  <a:srgbClr val="0F766E"/>
                </a:solidFill>
                <a:latin typeface="Aptos"/>
              </a:rPr>
              <a:t>BOTTOM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740664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The value is controlled specialization with durable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83080"/>
            <a:ext cx="5669280" cy="20116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>
                <a:solidFill>
                  <a:srgbClr val="E2E8F0"/>
                </a:solidFill>
                <a:latin typeface="Aptos"/>
              </a:rPr>
              <a:t>- use intake when scope, cost, or approval is uncertain</a:t>
            </a:r>
          </a:p>
          <a:p>
            <a:pPr algn="l">
              <a:lnSpc>
                <a:spcPct val="118000"/>
              </a:lnSpc>
            </a:pPr>
            <a:r>
              <a:rPr sz="1800">
                <a:solidFill>
                  <a:srgbClr val="E2E8F0"/>
                </a:solidFill>
                <a:latin typeface="Aptos"/>
              </a:rPr>
              <a:t>- route non-trivial work instead of relying on an implicit all-purpose prompt</a:t>
            </a:r>
          </a:p>
          <a:p>
            <a:pPr algn="l">
              <a:lnSpc>
                <a:spcPct val="118000"/>
              </a:lnSpc>
            </a:pPr>
            <a:r>
              <a:rPr sz="1800">
                <a:solidFill>
                  <a:srgbClr val="E2E8F0"/>
                </a:solidFill>
                <a:latin typeface="Aptos"/>
              </a:rPr>
              <a:t>- keep implementation, testing, and review as distinct concerns</a:t>
            </a:r>
          </a:p>
          <a:p>
            <a:pPr algn="l">
              <a:lnSpc>
                <a:spcPct val="118000"/>
              </a:lnSpc>
            </a:pPr>
            <a:r>
              <a:rPr sz="1800">
                <a:solidFill>
                  <a:srgbClr val="E2E8F0"/>
                </a:solidFill>
                <a:latin typeface="Aptos"/>
              </a:rPr>
              <a:t>- treat the markdown artifacts as the workflow memory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783080"/>
            <a:ext cx="4617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2552" y="1911095"/>
            <a:ext cx="428853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ptos Display"/>
              </a:rPr>
              <a:t>What success looks like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2552" y="2350008"/>
            <a:ext cx="4288536" cy="61264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Fewer vague starts, fewer routing detours, cleaner handoffs, and stronger trust in what shipped.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3364992"/>
            <a:ext cx="4617720" cy="1325880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2552" y="3493008"/>
            <a:ext cx="428853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Aptos Display"/>
              </a:rPr>
              <a:t>Where to be disciplined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2552" y="3931920"/>
            <a:ext cx="4288536" cy="61264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Do not force a long agent chain onto tiny tasks. The workflow should expand only when the task complexity justifies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4946904"/>
            <a:ext cx="4617720" cy="1051560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5074920"/>
            <a:ext cx="428853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D97706"/>
                </a:solidFill>
                <a:latin typeface="Aptos Display"/>
              </a:rPr>
              <a:t>One sentence 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5513832"/>
            <a:ext cx="4288536" cy="33832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This approach turns AI work from a long chat into a governed delivery system.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19088"/>
            <a:ext cx="113385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Generated from the current .claude agent and skill definitions on 2026-06-20.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