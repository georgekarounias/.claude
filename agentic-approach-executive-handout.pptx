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This handout is meant to stand alone as a one-page executive summary.</a:t>
            </a:r>
          </a:p>
          <a:p>
            <a:r>
              <a:t>The core message is that the workflow adds control where ambiguity, handoffs, and validation risk are expensive.</a:t>
            </a:r>
          </a:p>
          <a:p>
            <a:r>
              <a:t>Use the top row to summarize what it is, why it matters, and when it is the right fit.</a:t>
            </a:r>
          </a:p>
          <a:p>
            <a:r>
              <a:t>Use the middle and bottom rows to explain the operating flow and the specific ROI levers it creates.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201168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20116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Aptos"/>
              </a:rPr>
              <a:t>ONE-PAGE EXECUTIVE HANDOUT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22960"/>
            <a:ext cx="78638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 Display"/>
              </a:rPr>
              <a:t>Agentic workflow summary: how it works and why it creates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98448"/>
            <a:ext cx="8595360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This .claude setup uses intake, routing, specialist execution, independent validation, and durable artifacts to control non-trivial AI-assisted delivery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657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56816"/>
            <a:ext cx="33284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3328416" cy="6126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Turns ambiguous requests into a governed delivery flow instead of one long chat-driven implementation attempt.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657600" cy="132588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956816"/>
            <a:ext cx="33284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395728"/>
            <a:ext cx="3328416" cy="6126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It lowers wasted work, improves specialist fit, and makes validation and handoffs more reliable.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547872" cy="13258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56816"/>
            <a:ext cx="32186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Best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218688" cy="6126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Cross-stack, ambiguous, or higher-confidence work where rework and resume cost are material.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01568"/>
            <a:ext cx="110642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29584"/>
            <a:ext cx="27432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Operating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77056"/>
            <a:ext cx="2651760" cy="12801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005072"/>
            <a:ext cx="23225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1. Intake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3984"/>
            <a:ext cx="2322576" cy="5669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Clarify scope, estimate cost band, and require approval when needed.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877056"/>
            <a:ext cx="2651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005072"/>
            <a:ext cx="23225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2.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43984"/>
            <a:ext cx="2322576" cy="5669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Select the minimum valid specialist chain for the task.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77056"/>
            <a:ext cx="2651760" cy="1280160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4005072"/>
            <a:ext cx="23225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3. 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443984"/>
            <a:ext cx="2322576" cy="5669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Use separate testers and read-only reviewers for an independent quality signal.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3877056"/>
            <a:ext cx="2578608" cy="128016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7152" y="4005072"/>
            <a:ext cx="22494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4. Preserve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4443984"/>
            <a:ext cx="2249424" cy="5669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Capture routing, handoff, review, and test evidence so work can resume cleanly.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31536"/>
            <a:ext cx="30175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Value drivers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42432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870448"/>
            <a:ext cx="24140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Lower rework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309360"/>
            <a:ext cx="2414016" cy="3657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Bad assumptions are surfaced earlier.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5742432"/>
            <a:ext cx="2743200" cy="749808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5870448"/>
            <a:ext cx="24140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Faster restarts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9312" y="6309360"/>
            <a:ext cx="2414016" cy="3657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Artifacts cut resume time after handoff.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742432"/>
            <a:ext cx="2560320" cy="74980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5870448"/>
            <a:ext cx="22311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Better budget discipline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6309360"/>
            <a:ext cx="2231136" cy="3657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Expensive work can be split or stopped sooner.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5742432"/>
            <a:ext cx="2487168" cy="749808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8592" y="5870448"/>
            <a:ext cx="21579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Stronger trust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2" y="6309360"/>
            <a:ext cx="2157984" cy="3657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Validation is explicit instead of implied.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Use this model selectively for non-trivial work. For tiny one-step tasks, the coordination overhead is usually not worth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